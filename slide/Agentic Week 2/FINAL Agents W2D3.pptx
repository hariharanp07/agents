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Roboto Slab"/>
      <p:regular r:id="rId12"/>
      <p:bold r:id="rId13"/>
    </p:embeddedFon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f85dd2c7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f85dd2c7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f85dd2c7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f85dd2c77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f85dd2c7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f85dd2c77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f85dd2c7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df85dd2c7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f85dd2c7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Recap: Orchestration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63724" y="2621750"/>
            <a:ext cx="4165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62000" y="1623426"/>
            <a:ext cx="5306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The ways that Agents can collaborate: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63724" y="3850475"/>
            <a:ext cx="5246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LLMs - Tools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63724" y="5079200"/>
            <a:ext cx="5499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LLMs - Handoffs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Adding to the mix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47700" y="3479006"/>
            <a:ext cx="16478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Models other</a:t>
            </a:r>
            <a:br>
              <a:rPr b="0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than OpenAI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828925" y="3479006"/>
            <a:ext cx="12192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Structured</a:t>
            </a:r>
            <a:b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Outputs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933950" y="3479006"/>
            <a:ext cx="12392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a97175e.png"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784" y="2470845"/>
            <a:ext cx="6286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5b27ed5e.png"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1347" y="2515493"/>
            <a:ext cx="4857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504b14de.png" id="118" name="Google Shape;11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8145" y="2493170"/>
            <a:ext cx="4000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733472" y="4953025"/>
            <a:ext cx="5110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And 2 special extras: Sandbox &amp; MCP!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247650"/>
            <a:ext cx="6229350" cy="62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 title="17_W2D3_S05_Square_aa10a43caba6-1_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247650"/>
            <a:ext cx="6229348" cy="622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8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93" name="Google Shape;193;p8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2" name="Google Shape;21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