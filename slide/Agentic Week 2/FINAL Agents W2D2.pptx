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3c5531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3c5531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3c55315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f3c55315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df3c55315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f3c553151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Automated Sales Outreach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63724" y="2621750"/>
            <a:ext cx="416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62000" y="1623426"/>
            <a:ext cx="5306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Today is all about Agent Orchestration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63724" y="3850475"/>
            <a:ext cx="5246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Tools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63724" y="5079200"/>
            <a:ext cx="5499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Handoffs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 title="16_W2D2_S04_Square_aa10a43caba6-1_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47650"/>
            <a:ext cx="6229348" cy="622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80" name="Google Shape;180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9" name="Google Shape;19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675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