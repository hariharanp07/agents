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Roboto Slab"/>
      <p:regular r:id="rId11"/>
      <p:bold r:id="rId12"/>
    </p:embeddedFon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w6d4outro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w6d4outro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w6d4outro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6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 title="07_wX_4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52" name="Google Shape;52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562101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56" name="Google Shape;56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64" name="Google Shape;64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676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68" name="Google Shape;68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76" name="Google Shape;76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819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80" name="Google Shape;8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8001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CAPSTONE PROJECT!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00100" y="1090985"/>
            <a:ext cx="10000506" cy="311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Autonomous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1743075"/>
            <a:ext cx="7106680" cy="4737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1924050" y="3113559"/>
            <a:ext cx="4878736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 MCP servers with 17 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924050" y="3980334"/>
            <a:ext cx="4575721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 interactions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924050" y="4837584"/>
            <a:ext cx="4575721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Autonomous </a:t>
            </a:r>
            <a:r>
              <a:rPr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and</a:t>
            </a: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 with evaluations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924050" y="5694834"/>
            <a:ext cx="4575721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Do not use for trading decisions!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6"/>
          <p:cNvGrpSpPr/>
          <p:nvPr/>
        </p:nvGrpSpPr>
        <p:grpSpPr>
          <a:xfrm>
            <a:off x="939702" y="2150507"/>
            <a:ext cx="5560069" cy="476250"/>
            <a:chOff x="939702" y="2150507"/>
            <a:chExt cx="5560069" cy="476250"/>
          </a:xfrm>
        </p:grpSpPr>
        <p:sp>
          <p:nvSpPr>
            <p:cNvPr id="114" name="Google Shape;114;p6"/>
            <p:cNvSpPr/>
            <p:nvPr/>
          </p:nvSpPr>
          <p:spPr>
            <a:xfrm>
              <a:off x="1924050" y="2256309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Commercial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a61ce5e.png" id="115" name="Google Shape;11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39702" y="2150507"/>
              <a:ext cx="523875" cy="476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3f0c1022.png" id="116" name="Google Shape;1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284" y="2934593"/>
            <a:ext cx="6762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743a522.png" id="117" name="Google Shape;11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0171" y="3789461"/>
            <a:ext cx="6477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6b28105e.png" id="118" name="Google Shape;11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0164" y="4664867"/>
            <a:ext cx="6477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3b78f3de.png" id="119" name="Google Shape;11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4816" y="5534918"/>
            <a:ext cx="56197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7239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CAPSTONE PROJECT!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23900" y="1090985"/>
            <a:ext cx="10000506" cy="311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Autonomous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143" name="Google Shape;143;p7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47674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147" name="Google Shape;147;p7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562097" y="1704975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167" name="Google Shape;167;p7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676528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171" name="Google Shape;171;p7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179" name="Google Shape;179;p7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819528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183" name="Google Shape;183;p7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191" name="Google Shape;191;p7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195" name="Google Shape;195;p7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8" title="08_wX_4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