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Roboto Slab"/>
      <p:regular r:id="rId12"/>
      <p:bold r:id="rId13"/>
    </p:embeddedFon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0ba5377c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0ba5377c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0ba5377c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0ba5377c4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e0ba5377c4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0ba5377c4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0ba5377c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e0ba5377c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0ba5377c4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Five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652462" y="1900833"/>
            <a:ext cx="4428828" cy="502816"/>
            <a:chOff x="652462" y="1900833"/>
            <a:chExt cx="4428828" cy="502816"/>
          </a:xfrm>
        </p:grpSpPr>
        <p:sp>
          <p:nvSpPr>
            <p:cNvPr id="104" name="Google Shape;104;p5"/>
            <p:cNvSpPr/>
            <p:nvPr/>
          </p:nvSpPr>
          <p:spPr>
            <a:xfrm>
              <a:off x="1247775" y="1916088"/>
              <a:ext cx="3833515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Create the project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create crew my_project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d743662.png" id="105" name="Google Shape;10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2462" y="1900833"/>
              <a:ext cx="17145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5"/>
          <p:cNvGrpSpPr/>
          <p:nvPr/>
        </p:nvGrpSpPr>
        <p:grpSpPr>
          <a:xfrm>
            <a:off x="615256" y="2767310"/>
            <a:ext cx="4599161" cy="522164"/>
            <a:chOff x="615256" y="2767310"/>
            <a:chExt cx="4599161" cy="522164"/>
          </a:xfrm>
        </p:grpSpPr>
        <p:sp>
          <p:nvSpPr>
            <p:cNvPr id="107" name="Google Shape;107;p5"/>
            <p:cNvSpPr/>
            <p:nvPr/>
          </p:nvSpPr>
          <p:spPr>
            <a:xfrm>
              <a:off x="1247775" y="2801913"/>
              <a:ext cx="3966642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Fill in the config yaml files to define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3849f9e.png" id="108" name="Google Shape;10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256" y="2767310"/>
              <a:ext cx="3143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5"/>
          <p:cNvGrpSpPr/>
          <p:nvPr/>
        </p:nvGrpSpPr>
        <p:grpSpPr>
          <a:xfrm>
            <a:off x="622696" y="3648671"/>
            <a:ext cx="5018268" cy="488528"/>
            <a:chOff x="622696" y="3648671"/>
            <a:chExt cx="5018268" cy="488528"/>
          </a:xfrm>
        </p:grpSpPr>
        <p:sp>
          <p:nvSpPr>
            <p:cNvPr id="110" name="Google Shape;110;p5"/>
            <p:cNvSpPr/>
            <p:nvPr/>
          </p:nvSpPr>
          <p:spPr>
            <a:xfrm>
              <a:off x="1247775" y="3649638"/>
              <a:ext cx="4393189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Complete the crew.py module to create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referencing the config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5ee6fde.png" id="111" name="Google Shape;11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696" y="3648671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5"/>
          <p:cNvGrpSpPr/>
          <p:nvPr/>
        </p:nvGrpSpPr>
        <p:grpSpPr>
          <a:xfrm>
            <a:off x="600374" y="4522589"/>
            <a:ext cx="4950097" cy="447675"/>
            <a:chOff x="600374" y="4522589"/>
            <a:chExt cx="4950097" cy="447675"/>
          </a:xfrm>
        </p:grpSpPr>
        <p:sp>
          <p:nvSpPr>
            <p:cNvPr id="113" name="Google Shape;113;p5"/>
            <p:cNvSpPr/>
            <p:nvPr/>
          </p:nvSpPr>
          <p:spPr>
            <a:xfrm>
              <a:off x="1247775" y="4611663"/>
              <a:ext cx="4302696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Update main.py to set any inputs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576e8a62.png" id="114" name="Google Shape;114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0374" y="4522589"/>
              <a:ext cx="3524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5"/>
          <p:cNvGrpSpPr/>
          <p:nvPr/>
        </p:nvGrpSpPr>
        <p:grpSpPr>
          <a:xfrm>
            <a:off x="626316" y="5373663"/>
            <a:ext cx="4924155" cy="487561"/>
            <a:chOff x="626316" y="5373663"/>
            <a:chExt cx="4924155" cy="487561"/>
          </a:xfrm>
        </p:grpSpPr>
        <p:sp>
          <p:nvSpPr>
            <p:cNvPr id="116" name="Google Shape;116;p5"/>
            <p:cNvSpPr/>
            <p:nvPr/>
          </p:nvSpPr>
          <p:spPr>
            <a:xfrm>
              <a:off x="1247775" y="5373663"/>
              <a:ext cx="4302696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run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80547de.png" id="117" name="Google Shape;117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6316" y="5396507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Going deeper again..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6"/>
          <p:cNvGrpSpPr/>
          <p:nvPr/>
        </p:nvGrpSpPr>
        <p:grpSpPr>
          <a:xfrm>
            <a:off x="466725" y="2677418"/>
            <a:ext cx="1760265" cy="1120750"/>
            <a:chOff x="466725" y="2677418"/>
            <a:chExt cx="1760265" cy="1120750"/>
          </a:xfrm>
        </p:grpSpPr>
        <p:sp>
          <p:nvSpPr>
            <p:cNvPr id="125" name="Google Shape;125;p6"/>
            <p:cNvSpPr/>
            <p:nvPr/>
          </p:nvSpPr>
          <p:spPr>
            <a:xfrm>
              <a:off x="466725" y="3554388"/>
              <a:ext cx="1760265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Structured outputs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aaa25de.png" id="126" name="Google Shape;12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4875" y="2677418"/>
              <a:ext cx="485775" cy="561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2581275" y="2677413"/>
            <a:ext cx="1186681" cy="1120755"/>
            <a:chOff x="2581275" y="2677413"/>
            <a:chExt cx="1186681" cy="1120755"/>
          </a:xfrm>
        </p:grpSpPr>
        <p:sp>
          <p:nvSpPr>
            <p:cNvPr id="128" name="Google Shape;128;p6"/>
            <p:cNvSpPr/>
            <p:nvPr/>
          </p:nvSpPr>
          <p:spPr>
            <a:xfrm>
              <a:off x="2581275" y="3554388"/>
              <a:ext cx="1186681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Custom Tool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76b921e.png" id="129" name="Google Shape;12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73264" y="2677413"/>
              <a:ext cx="523875" cy="561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6"/>
          <p:cNvGrpSpPr/>
          <p:nvPr/>
        </p:nvGrpSpPr>
        <p:grpSpPr>
          <a:xfrm>
            <a:off x="4191000" y="2801247"/>
            <a:ext cx="2058888" cy="996921"/>
            <a:chOff x="4191000" y="2801247"/>
            <a:chExt cx="2058888" cy="996921"/>
          </a:xfrm>
        </p:grpSpPr>
        <p:sp>
          <p:nvSpPr>
            <p:cNvPr id="131" name="Google Shape;131;p6"/>
            <p:cNvSpPr/>
            <p:nvPr/>
          </p:nvSpPr>
          <p:spPr>
            <a:xfrm>
              <a:off x="4191000" y="3554388"/>
              <a:ext cx="2058888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Hierarchical process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60ceab9e.png" id="132" name="Google Shape;132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26767" y="2801247"/>
              <a:ext cx="6096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3" name="Google Shape;133;p6"/>
          <p:cNvSpPr txBox="1"/>
          <p:nvPr/>
        </p:nvSpPr>
        <p:spPr>
          <a:xfrm>
            <a:off x="789825" y="4480450"/>
            <a:ext cx="5386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..and an improved CrewAI feature: </a:t>
            </a:r>
            <a:r>
              <a:rPr b="1" lang="en-US" sz="135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unified memory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Connecting </a:t>
            </a: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traces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7"/>
          <p:cNvGrpSpPr/>
          <p:nvPr/>
        </p:nvGrpSpPr>
        <p:grpSpPr>
          <a:xfrm>
            <a:off x="652462" y="1900833"/>
            <a:ext cx="4428713" cy="502755"/>
            <a:chOff x="652462" y="1900833"/>
            <a:chExt cx="4428713" cy="502755"/>
          </a:xfrm>
        </p:grpSpPr>
        <p:sp>
          <p:nvSpPr>
            <p:cNvPr id="141" name="Google Shape;141;p7"/>
            <p:cNvSpPr/>
            <p:nvPr/>
          </p:nvSpPr>
          <p:spPr>
            <a:xfrm>
              <a:off x="1247775" y="1916088"/>
              <a:ext cx="38334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Visit </a:t>
              </a:r>
              <a:r>
                <a:rPr b="1" lang="en-US" sz="13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https://app.crewai.com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sign up for a free account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d743662.png" id="142" name="Google Shape;142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2462" y="1900833"/>
              <a:ext cx="17145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7"/>
          <p:cNvGrpSpPr/>
          <p:nvPr/>
        </p:nvGrpSpPr>
        <p:grpSpPr>
          <a:xfrm>
            <a:off x="615256" y="2764489"/>
            <a:ext cx="4599119" cy="487500"/>
            <a:chOff x="615256" y="2764489"/>
            <a:chExt cx="4599119" cy="487500"/>
          </a:xfrm>
        </p:grpSpPr>
        <p:sp>
          <p:nvSpPr>
            <p:cNvPr id="144" name="Google Shape;144;p7"/>
            <p:cNvSpPr/>
            <p:nvPr/>
          </p:nvSpPr>
          <p:spPr>
            <a:xfrm>
              <a:off x="1247775" y="2764489"/>
              <a:ext cx="39666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In the Terminal in Cursor, run </a:t>
              </a:r>
              <a:r>
                <a:rPr b="1" lang="en-US" sz="13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login 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 connect 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3849f9e.png" id="145" name="Google Shape;14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256" y="2767310"/>
              <a:ext cx="3143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Google Shape;146;p7"/>
          <p:cNvGrpSpPr/>
          <p:nvPr/>
        </p:nvGrpSpPr>
        <p:grpSpPr>
          <a:xfrm>
            <a:off x="622696" y="3594094"/>
            <a:ext cx="5018279" cy="606398"/>
            <a:chOff x="622696" y="3594094"/>
            <a:chExt cx="5018279" cy="606398"/>
          </a:xfrm>
        </p:grpSpPr>
        <p:sp>
          <p:nvSpPr>
            <p:cNvPr id="147" name="Google Shape;147;p7"/>
            <p:cNvSpPr/>
            <p:nvPr/>
          </p:nvSpPr>
          <p:spPr>
            <a:xfrm>
              <a:off x="1247775" y="3594094"/>
              <a:ext cx="43932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Either set </a:t>
              </a:r>
              <a:r>
                <a:rPr b="1" lang="en-US" sz="13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tracing=True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in the Crew() constructor</a:t>
              </a:r>
              <a:endParaRPr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or </a:t>
              </a:r>
              <a:r>
                <a:rPr b="1" lang="en-US" sz="13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CREWAI_TRACING_ENABLED=true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env variable</a:t>
              </a:r>
              <a:endParaRPr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or </a:t>
              </a:r>
              <a:r>
                <a:rPr b="1" lang="en-US" sz="13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tracing enable</a:t>
              </a:r>
              <a:endParaRPr b="1" sz="135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descr="-45ee6fde.png" id="148" name="Google Shape;148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696" y="3752817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8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15" name="Google Shape;215;p8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34" name="Google Shape;23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