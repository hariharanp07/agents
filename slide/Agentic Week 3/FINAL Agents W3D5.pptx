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17bc172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17bc172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17bc1727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17bc1727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e17bc1727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17bc1727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496191" y="1826417"/>
            <a:ext cx="4585099" cy="609600"/>
            <a:chOff x="496191" y="1826417"/>
            <a:chExt cx="4585099" cy="609600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Engineering Lead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80db81e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6191" y="1826417"/>
              <a:ext cx="55245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525956" y="2700335"/>
            <a:ext cx="4688461" cy="609600"/>
            <a:chOff x="525956" y="2700335"/>
            <a:chExt cx="4688461" cy="609600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Backend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3543c45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956" y="2700335"/>
              <a:ext cx="4953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548282" y="3574256"/>
            <a:ext cx="5002189" cy="609600"/>
            <a:chOff x="548282" y="3574256"/>
            <a:chExt cx="5002189" cy="609600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Frontend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79d72222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8282" y="3574256"/>
              <a:ext cx="447675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592931" y="4455616"/>
            <a:ext cx="4957540" cy="581025"/>
            <a:chOff x="592931" y="4455616"/>
            <a:chExt cx="4957540" cy="58102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Test Engineer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60538de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2931" y="4455616"/>
              <a:ext cx="361950" cy="581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team is hiring...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247775" y="1916088"/>
            <a:ext cx="383351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Lead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247775" y="2801913"/>
            <a:ext cx="39666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Backend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247775" y="3649638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Frontend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247775" y="4611663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Test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2025" y="6230913"/>
            <a:ext cx="43026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MORE!!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180db81e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91" y="1826417"/>
            <a:ext cx="5524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543c45e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956" y="2700335"/>
            <a:ext cx="4953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9d72222.png" id="128" name="Google Shape;1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282" y="3574256"/>
            <a:ext cx="4476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160538de.png" id="129" name="Google Shape;1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934" y="4455616"/>
            <a:ext cx="3619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2aa1781e.png" id="130" name="Google Shape;13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91" y="5435501"/>
            <a:ext cx="5619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3005fd9e.png" id="131" name="Google Shape;13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8691" y="5435503"/>
            <a:ext cx="5619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8" name="Google Shape;198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